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39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1496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5906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9825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8554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4566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0820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0733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079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6198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9663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0985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21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79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Registry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Monitoring System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148840"/>
            <a:ext cx="4572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6E5"/>
                </a:solidFill>
              </a:rPr>
              <a:t>Aditya Vinod Doshi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C8D6E5"/>
                </a:solidFill>
              </a:rPr>
              <a:t>Cybersecurity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219456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26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Python Project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926080"/>
            <a:ext cx="219456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926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Blue Team Security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926080"/>
            <a:ext cx="219456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926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Registry Monitoring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99"/>
                </a:solidFill>
              </a:rPr>
              <a:t>For Educational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Windows Registry?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Think of the Windows Registry as a giant settings notebook for your computer.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527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</a:rPr>
              <a:t>Windows reads this notebook every time it starts up to know what programs to run, what settings to use, and how to behave.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011680" cy="137160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Startup Programs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Which apps open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when Windows starts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920240"/>
            <a:ext cx="2011680" cy="137160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92024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System Settings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How Windows looks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and behaves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2011680" cy="137160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92024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Security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Firewall, Defender,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and UAC settings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920240"/>
            <a:ext cx="2011680" cy="137160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92024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App Settings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Settings for 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installed software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29000"/>
            <a:ext cx="841248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4930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Why Do Hackers Target the Registry?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82219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</a:rPr>
              <a:t>Because if a hacker changes the registry, they can: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460"/>
                </a:solidFill>
              </a:rPr>
              <a:t>Make their virus run every time Windows starts  |  Turn off your antivirus  |  Disable your firewall  |  Take full control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Our Project Do?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6E5"/>
                </a:solidFill>
              </a:rPr>
              <a:t>Our toolkit does 5 simple things to protect the registry: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" cy="6583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Watch for New Startup Programs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270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Checks if any new program was secretly added to start with Windows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841248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56816"/>
            <a:ext cx="457200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5681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Detect Virus-Like Changes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295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Looks for signs that a virus tried to turn off your security 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841248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FFD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24912"/>
            <a:ext cx="457200" cy="658368"/>
          </a:xfrm>
          <a:prstGeom prst="rect">
            <a:avLst/>
          </a:prstGeom>
          <a:solidFill>
            <a:srgbClr val="FFD460"/>
          </a:solidFill>
          <a:ln w="12700">
            <a:solidFill>
              <a:srgbClr val="FFD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2491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779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Take a Snapshot (Baseline)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0632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Saves a clean copy of registry settings so we can compare later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841248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6BCB7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93008"/>
            <a:ext cx="457200" cy="658368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9300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5478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 You Immediately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8313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Sends a warning message whenever something suspicious is changed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61104"/>
            <a:ext cx="841248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61104"/>
            <a:ext cx="457200" cy="6583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611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43159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a Report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5994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Saves all changes to a file you can open in Excel and review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Work? (Step by Step)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914400" cy="1188720"/>
          </a:xfrm>
          <a:prstGeom prst="rect">
            <a:avLst/>
          </a:prstGeom>
          <a:solidFill>
            <a:srgbClr val="0F346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the 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You run the Python script as an Administrator on your Windows PC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914400" cy="1188720"/>
          </a:xfrm>
          <a:prstGeom prst="rect">
            <a:avLst/>
          </a:prstGeom>
          <a:solidFill>
            <a:srgbClr val="0F346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Take a Baseline Snapshot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325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The tool reads and saves all important registry values — this is your 'clean copy'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02336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914400" cy="1188720"/>
          </a:xfrm>
          <a:prstGeom prst="rect">
            <a:avLst/>
          </a:prstGeom>
          <a:solidFill>
            <a:srgbClr val="0F346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860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STEP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Watch the Registry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6974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Every 30 seconds, the tool checks if anything has changed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02336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914400" cy="1188720"/>
          </a:xfrm>
          <a:prstGeom prst="rect">
            <a:avLst/>
          </a:prstGeom>
          <a:solidFill>
            <a:srgbClr val="0F346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860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STEP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Find Changes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6974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If a value was added, deleted or changed — the tool catches it immediately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02336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914400" cy="1188720"/>
          </a:xfrm>
          <a:prstGeom prst="rect">
            <a:avLst/>
          </a:prstGeom>
          <a:solidFill>
            <a:srgbClr val="0F346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STEP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 for Virus Patterns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0" y="40690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The change is compared against a list of 12 known hacker tricks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02336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57600"/>
            <a:ext cx="914400" cy="1188720"/>
          </a:xfrm>
          <a:prstGeom prst="rect">
            <a:avLst/>
          </a:prstGeom>
          <a:solidFill>
            <a:srgbClr val="0F346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576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STEP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Show an Alert &amp; Save Report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40690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A warning is shown and saved in a log file + Excel-friendly CSV report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Registry Keys Do We Watch?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</a:rPr>
              <a:t>We monitor 4 important categories of registry keys: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54864"/>
          </a:xfrm>
          <a:prstGeom prst="rect">
            <a:avLst/>
          </a:prstGeom>
          <a:solidFill>
            <a:srgbClr val="FFD460"/>
          </a:solidFill>
          <a:ln w="12700">
            <a:solidFill>
              <a:srgbClr val="FFD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460"/>
                </a:solidFill>
              </a:rPr>
              <a:t>Startup / Autorun Keys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These keys tell Windows which programs to run when you log in.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460"/>
                </a:solidFill>
              </a:rPr>
              <a:t>Hackers add their virus here so it runs every time you start Windows.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267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HKLM\...\CurrentVersion\Run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11480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41148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Windows Defender Keys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These control whether your antivirus protection is on or off.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56048" y="18470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460"/>
                </a:solidFill>
              </a:rPr>
              <a:t>Viruses try to turn Defender off so they cannot be detected.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56048" y="2267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HKLM\...\Windows Defender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11480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41148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Firewall Keys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These control whether your network firewall is active.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3767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460"/>
                </a:solidFill>
              </a:rPr>
              <a:t>Hackers disable the firewall to allow data to be stolen or sent out.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4187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HKLM\...\FirewallPolicy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411480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017520"/>
            <a:ext cx="41148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UAC &amp; System Policy Keys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6048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UAC = User Account Control. It stops programs from making big changes.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3767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460"/>
                </a:solidFill>
              </a:rPr>
              <a:t>Malware disables UAC so it can do anything without asking you first.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56048" y="4187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HKLM\...\Policies\System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Hacker Tricks Do We Detect?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</a:rPr>
              <a:t>Our tool knows 12 common tricks that viruses use. Here are the most important ones: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80390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 Value Changed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 in Simple Words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Danger Level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DisableAntiSpyware =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Defender antivirus has been turned OFF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DisableRealtimeMonitoring =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virus scanning has been turned OFF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EnableFirewall = 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Windows Firewall has been disabled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EnableLUA = 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Account Control (UAC) has been turned OFF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Shell changed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Windows shell (Explorer) has been replaced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DisableTaskMgr =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Manager has been blocked — you cannot see processes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DisableRegistryTools =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Regedit has been blocked — you cannot view the registry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Output Look Like?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21208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804672"/>
            <a:ext cx="30175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804672"/>
            <a:ext cx="30175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896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registry_baseline.json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The clean starting snapshot of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your registry settings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0" y="1901952"/>
            <a:ext cx="30175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1901952"/>
            <a:ext cx="3017520" cy="45720"/>
          </a:xfrm>
          <a:prstGeom prst="rect">
            <a:avLst/>
          </a:prstGeom>
          <a:solidFill>
            <a:srgbClr val="FFD460"/>
          </a:solidFill>
          <a:ln w="12700">
            <a:solidFill>
              <a:srgbClr val="FFD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registry_changes.log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Every alert, warning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info message with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2999232"/>
            <a:ext cx="30175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6BCB7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2999232"/>
            <a:ext cx="3017520" cy="4572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registry_report.csv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A spreadsheet of all changes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</a:rPr>
              <a:t>— open in Microsoft Excel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8213B6B-1594-9001-75B1-CF61BF6E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5" y="1357340"/>
            <a:ext cx="5488539" cy="2643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23444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005840" cy="1234440"/>
          </a:xfrm>
          <a:prstGeom prst="rect">
            <a:avLst/>
          </a:prstGeom>
          <a:solidFill>
            <a:srgbClr val="0F346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</a:rPr>
              <a:t>Python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</a:rPr>
              <a:t>Language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63040" y="105156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The programming language we used to write this project.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114800" cy="1234440"/>
          </a:xfrm>
          <a:prstGeom prst="rect">
            <a:avLst/>
          </a:prstGeom>
          <a:solidFill>
            <a:srgbClr val="16213E"/>
          </a:solidFill>
          <a:ln w="1016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1005840" cy="1234440"/>
          </a:xfrm>
          <a:prstGeom prst="rect">
            <a:avLst/>
          </a:prstGeom>
          <a:solidFill>
            <a:srgbClr val="0F346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14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</a:rPr>
              <a:t>winreg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783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</a:rPr>
              <a:t>Built-in Module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97880" y="105156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A built-in Python tool that lets us read the Windows Registry.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14800" cy="1234440"/>
          </a:xfrm>
          <a:prstGeom prst="rect">
            <a:avLst/>
          </a:prstGeom>
          <a:solidFill>
            <a:srgbClr val="16213E"/>
          </a:solidFill>
          <a:ln w="10160">
            <a:solidFill>
              <a:srgbClr val="FFD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1005840" cy="1234440"/>
          </a:xfrm>
          <a:prstGeom prst="rect">
            <a:avLst/>
          </a:prstGeom>
          <a:solidFill>
            <a:srgbClr val="0F3460"/>
          </a:solidFill>
          <a:ln w="10160">
            <a:solidFill>
              <a:srgbClr val="FFD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460"/>
                </a:solidFill>
              </a:rPr>
              <a:t>json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</a:rPr>
              <a:t>Built-in Module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0" y="246888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Saves the registry baseline (snapshot) to a readable file on your computer.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114800" cy="1234440"/>
          </a:xfrm>
          <a:prstGeom prst="rect">
            <a:avLst/>
          </a:prstGeom>
          <a:solidFill>
            <a:srgbClr val="16213E"/>
          </a:solidFill>
          <a:ln w="10160">
            <a:solidFill>
              <a:srgbClr val="FFD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31720"/>
            <a:ext cx="1005840" cy="1234440"/>
          </a:xfrm>
          <a:prstGeom prst="rect">
            <a:avLst/>
          </a:prstGeom>
          <a:solidFill>
            <a:srgbClr val="0F3460"/>
          </a:solidFill>
          <a:ln w="10160">
            <a:solidFill>
              <a:srgbClr val="FFD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317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460"/>
                </a:solidFill>
              </a:rPr>
              <a:t>hashlib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200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</a:rPr>
              <a:t>Built-in Module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97880" y="246888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Creates a unique code (checksum) for our baseline file to detect if it was changed.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4114800" cy="1234440"/>
          </a:xfrm>
          <a:prstGeom prst="rect">
            <a:avLst/>
          </a:prstGeom>
          <a:solidFill>
            <a:srgbClr val="16213E"/>
          </a:solidFill>
          <a:ln w="10160">
            <a:solidFill>
              <a:srgbClr val="6BCB7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49040"/>
            <a:ext cx="1005840" cy="1234440"/>
          </a:xfrm>
          <a:prstGeom prst="rect">
            <a:avLst/>
          </a:prstGeom>
          <a:solidFill>
            <a:srgbClr val="0F3460"/>
          </a:solidFill>
          <a:ln w="10160">
            <a:solidFill>
              <a:srgbClr val="6BCB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49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CB77"/>
                </a:solidFill>
              </a:rPr>
              <a:t>csv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617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</a:rPr>
              <a:t>Built-in Module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63040" y="388620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Saves the list of all detected changes into a spreadsheet file you can open in Excel.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749040"/>
            <a:ext cx="4114800" cy="1234440"/>
          </a:xfrm>
          <a:prstGeom prst="rect">
            <a:avLst/>
          </a:prstGeom>
          <a:solidFill>
            <a:srgbClr val="16213E"/>
          </a:solidFill>
          <a:ln w="10160">
            <a:solidFill>
              <a:srgbClr val="C8D6E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49040"/>
            <a:ext cx="1005840" cy="1234440"/>
          </a:xfrm>
          <a:prstGeom prst="rect">
            <a:avLst/>
          </a:prstGeom>
          <a:solidFill>
            <a:srgbClr val="0F3460"/>
          </a:solidFill>
          <a:ln w="10160">
            <a:solidFill>
              <a:srgbClr val="C8D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49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D6E5"/>
                </a:solidFill>
              </a:rPr>
              <a:t>regedit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4617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</a:rPr>
              <a:t>Windows Tool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97880" y="388620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The Windows built-in Registry Editor — used to test our monitoring tool manually.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Learn From This Project?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207008"/>
          </a:xfrm>
          <a:prstGeom prst="rect">
            <a:avLst/>
          </a:prstGeom>
          <a:solidFill>
            <a:srgbClr val="16213E"/>
          </a:solidFill>
          <a:ln w="762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207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Windows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You understand what the Registry is and why it is so important to the operating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114800" cy="1207008"/>
          </a:xfrm>
          <a:prstGeom prst="rect">
            <a:avLst/>
          </a:prstGeom>
          <a:solidFill>
            <a:srgbClr val="16213E"/>
          </a:solidFill>
          <a:ln w="762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73152" cy="1207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Hackers Think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34416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You learn the real tricks viruses use to stay hidden and keep running on your computer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4114800" cy="1207008"/>
          </a:xfrm>
          <a:prstGeom prst="rect">
            <a:avLst/>
          </a:prstGeom>
          <a:solidFill>
            <a:srgbClr val="16213E"/>
          </a:solidFill>
          <a:ln w="762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04288"/>
            <a:ext cx="73152" cy="1207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Defenders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73405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You understand how security tools detect threats — just like a real antivirus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304288"/>
            <a:ext cx="4114800" cy="1207008"/>
          </a:xfrm>
          <a:prstGeom prst="rect">
            <a:avLst/>
          </a:prstGeom>
          <a:solidFill>
            <a:srgbClr val="16213E"/>
          </a:solidFill>
          <a:ln w="762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04288"/>
            <a:ext cx="73152" cy="1207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for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73405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You write a real security script in Python using only built-in tools — no extras needed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4114800" cy="1207008"/>
          </a:xfrm>
          <a:prstGeom prst="rect">
            <a:avLst/>
          </a:prstGeom>
          <a:solidFill>
            <a:srgbClr val="16213E"/>
          </a:solidFill>
          <a:ln w="762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94176"/>
            <a:ext cx="73152" cy="1207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Reading Logs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12394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You know how to read security log files — a key skill in any cybersecurity job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694176"/>
            <a:ext cx="4114800" cy="1207008"/>
          </a:xfrm>
          <a:prstGeom prst="rect">
            <a:avLst/>
          </a:prstGeom>
          <a:solidFill>
            <a:srgbClr val="16213E"/>
          </a:solidFill>
          <a:ln w="762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94176"/>
            <a:ext cx="73152" cy="1207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Making Reports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12394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</a:rPr>
              <a:t>You create proper reports of security events — used in real-world incident response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00D4AA"/>
                </a:solidFill>
              </a:rPr>
              <a:t>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Registry Change Monitoring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196596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AA"/>
                </a:solidFill>
              </a:rPr>
              <a:t>We Watch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11 important registry key paths for any changes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600200"/>
            <a:ext cx="196596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600200"/>
            <a:ext cx="196596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664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</a:rPr>
              <a:t>We Detect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78608" y="208483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12 known hacker tricks and malware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600200"/>
            <a:ext cx="196596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46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600200"/>
            <a:ext cx="1965960" cy="45720"/>
          </a:xfrm>
          <a:prstGeom prst="rect">
            <a:avLst/>
          </a:prstGeom>
          <a:solidFill>
            <a:srgbClr val="FFD460"/>
          </a:solidFill>
          <a:ln w="12700">
            <a:solidFill>
              <a:srgbClr val="FFD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664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460"/>
                </a:solidFill>
              </a:rPr>
              <a:t>We Alert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0016" y="208483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Immediately when anything suspicious is found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600200"/>
            <a:ext cx="196596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6BCB7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9984" y="1600200"/>
            <a:ext cx="1965960" cy="4572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664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CB77"/>
                </a:solidFill>
              </a:rPr>
              <a:t>We Report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21424" y="208483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</a:rPr>
              <a:t>All changes saved in log file and CSV report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01568"/>
            <a:ext cx="8412480" cy="1143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4930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project teaches you the basics of how real security tools work.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8221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</a:rPr>
              <a:t>By building this, you understand how defenders monitor systems, catch malware, and create security reports — the foundation of all cybersecurity work.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</TotalTime>
  <Words>996</Words>
  <Application>Microsoft Office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Registry Monitoring System</dc:title>
  <dc:subject>PptxGenJS Presentation</dc:subject>
  <dc:creator>PptxGenJS</dc:creator>
  <cp:lastModifiedBy>Aditya doshi</cp:lastModifiedBy>
  <cp:revision>8</cp:revision>
  <dcterms:created xsi:type="dcterms:W3CDTF">2026-04-01T10:22:19Z</dcterms:created>
  <dcterms:modified xsi:type="dcterms:W3CDTF">2026-04-15T04:34:00Z</dcterms:modified>
</cp:coreProperties>
</file>